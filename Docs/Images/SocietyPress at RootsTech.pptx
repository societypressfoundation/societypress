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6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403E7-241A-D3FE-D0E4-5AA3FE6C39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AC7AC-8E89-C8FA-B0BA-118A7028AE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5ACA2-59E0-3735-30AB-F77BCC4AE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AF69F-95DC-A445-AE20-99D97F9772F9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A756C-34E1-5123-9E6E-FFD460F86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1DBF6-4537-6C01-9F4B-8DBD5B737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28AFE-FBDA-8641-A916-2EF148A14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100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C3D88-3E1A-1786-97F8-2AA1B6A40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7A375-4F0A-E0F9-CDE0-5581CCA64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2E15A-AFA1-F626-D812-D84DADE5B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AF69F-95DC-A445-AE20-99D97F9772F9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7162E-14E6-F860-8118-91C304724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641FB-6B65-D317-8338-650F6906C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28AFE-FBDA-8641-A916-2EF148A14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111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E1A38-FC32-4CA9-1BCD-F37AFF609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EDC65-1B04-2E7A-55D4-BD344A523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261D4-818F-810B-BA22-58ABF1935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AF69F-95DC-A445-AE20-99D97F9772F9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82E45-22B5-FEDC-5D14-9663FDC5C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3C2AA-4805-9430-3DC9-61D7D10A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28AFE-FBDA-8641-A916-2EF148A14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060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0155E-8501-47FD-6E0C-23AF448EC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C31A8-69B8-AA52-4D76-EDD715398D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C19E2-2182-4807-DEF4-FC6814AB8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5391-D7F4-7ED8-3A78-0E4F54239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AF69F-95DC-A445-AE20-99D97F9772F9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7AB22-E572-D149-0998-7363CB238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C4B87-DD9C-A8D0-0728-B9A53C3E8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28AFE-FBDA-8641-A916-2EF148A14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398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9A3A3-7084-A886-5814-60B2ADE45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CB5A4A-5E65-818A-4835-0F0E2478C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A5287-616C-AE22-E971-A1093E1EB6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D17D24-8CD8-1AE4-1598-E235CCA495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08CABC-6919-48BC-59F8-2CD15C0005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5AD62D-8DB8-848D-41DC-5ED52422F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AF69F-95DC-A445-AE20-99D97F9772F9}" type="datetimeFigureOut">
              <a:rPr lang="en-US" smtClean="0"/>
              <a:t>4/4/26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E3B992-E4A3-EC93-0B4A-22F3307DE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74FAFB-C8E5-1654-DD5B-A0976A94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28AFE-FBDA-8641-A916-2EF148A14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498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DEB13-E5B0-C4CA-D971-4ABC86D57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78692D-44B7-D9CB-F6D8-D37BA6FEF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AF69F-95DC-A445-AE20-99D97F9772F9}" type="datetimeFigureOut">
              <a:rPr lang="en-US" smtClean="0"/>
              <a:t>4/4/26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DF88B3-B92B-DEC7-CA44-ED1E9D739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1C679E-8DBE-7B1A-3109-D5E7D471C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28AFE-FBDA-8641-A916-2EF148A14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61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4B13C-7A42-576C-341C-0F0A7ECF3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AF69F-95DC-A445-AE20-99D97F9772F9}" type="datetimeFigureOut">
              <a:rPr lang="en-US" smtClean="0"/>
              <a:t>4/4/26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0F52B6-F2E9-DDD1-FE37-67880123A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20485-574C-A3B9-DB8C-1E6C22D44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28AFE-FBDA-8641-A916-2EF148A14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012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8B8E5-08BE-FFBE-628C-4AF0FA055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9BB8A-8BA2-A054-E454-66E54D907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9EB04-816E-CE82-3D2C-814E6FFB82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FAE4DD-D5BA-4F35-BB1D-518DC4FAE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AF69F-95DC-A445-AE20-99D97F9772F9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11563-32E5-DE97-623F-AA722A65B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30CB4-EF53-14D1-AA83-6428B15AB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28AFE-FBDA-8641-A916-2EF148A14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427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439F7-7286-C951-3DD4-698DF0D3F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4E2823-2976-6D0D-F6BD-1BB82968C7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1362BE-1FFA-D016-B597-5BEBAD5685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A86CFA-5041-31E9-AAC2-13DED271B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AF69F-95DC-A445-AE20-99D97F9772F9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49CCC3-07BD-B927-E52B-76F2E11C7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626034-58CC-678A-AF93-69DF1DEAF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28AFE-FBDA-8641-A916-2EF148A14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448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9F0B8-20C5-A5C1-F556-85ADADDD3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75CBCC-BD0E-B91B-CA46-D3A9DEF13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A43AD-8C27-0ABC-759D-3E23E8A23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AF69F-95DC-A445-AE20-99D97F9772F9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D6869-6ED3-2C09-A44B-A3D4E72E0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3C5F7-505E-9EDC-8E99-B7DF80666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28AFE-FBDA-8641-A916-2EF148A14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867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9785A9-BB48-F875-F30D-91F4524968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5AEFE9-5C9B-8388-F077-3D1ECF8B3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31B46-93B4-37F3-A8EF-873BE30A0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AF69F-95DC-A445-AE20-99D97F9772F9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02C58-58DC-0AE8-2444-64DE7195E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3673F-DA0F-1FC3-2411-D6F1333C8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28AFE-FBDA-8641-A916-2EF148A14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84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1F475E-B8C9-064B-2634-9EC83B445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A69D5-37C1-37AA-E7E6-1B7EE0DF0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F814C-F407-6F0B-CE53-E28A9D63C8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CAF69F-95DC-A445-AE20-99D97F9772F9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F28A9-5317-FAB2-B7B4-9539264C81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D163F-4C50-0F0E-60FC-B359784A17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F28AFE-FBDA-8641-A916-2EF148A14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965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2B03A-A0F5-879E-25A2-41445ACBEA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425CEB-EF23-2AF1-B853-B6A724358E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740FB6-E28B-A945-08D2-353F188EA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9417" y="-49961"/>
            <a:ext cx="12366009" cy="6961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388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9D96717-CDAA-D959-6A44-4983C3199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889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Charles Stricklin</dc:creator>
  <cp:lastModifiedBy>Charles Stricklin</cp:lastModifiedBy>
  <cp:revision>1</cp:revision>
  <dcterms:created xsi:type="dcterms:W3CDTF">2026-04-04T20:19:56Z</dcterms:created>
  <dcterms:modified xsi:type="dcterms:W3CDTF">2026-04-04T21:45:36Z</dcterms:modified>
</cp:coreProperties>
</file>